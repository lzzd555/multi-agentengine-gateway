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平台用户规模对比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MAU(亿)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抖音</c:v>
                </c:pt>
                <c:pt idx="1">
                  <c:v>视频号</c:v>
                </c:pt>
                <c:pt idx="2">
                  <c:v>快手</c:v>
                </c:pt>
                <c:pt idx="3">
                  <c:v>B站</c:v>
                </c:pt>
                <c:pt idx="4">
                  <c:v>小红书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6.0</c:v>
                </c:pt>
                <c:pt idx="2">
                  <c:v>4.5</c:v>
                </c:pt>
                <c:pt idx="3">
                  <c:v>2.5</c:v>
                </c:pt>
                <c:pt idx="4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DAU(亿)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抖音</c:v>
                </c:pt>
                <c:pt idx="1">
                  <c:v>视频号</c:v>
                </c:pt>
                <c:pt idx="2">
                  <c:v>快手</c:v>
                </c:pt>
                <c:pt idx="3">
                  <c:v>B站</c:v>
                </c:pt>
                <c:pt idx="4">
                  <c:v>小红书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5.0</c:v>
                </c:pt>
                <c:pt idx="1">
                  <c:v>3.5</c:v>
                </c:pt>
                <c:pt idx="2">
                  <c:v>2.8</c:v>
                </c:pt>
                <c:pt idx="3">
                  <c:v>1.2</c:v>
                </c:pt>
                <c:pt idx="4">
                  <c:v>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短视频平台差异化分析报告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2026年行业洞察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行业概览</a:t>
            </a:r>
          </a:p>
          <a:p>
            <a:r>
              <a:t>2. 用户规模</a:t>
            </a:r>
          </a:p>
          <a:p>
            <a:r>
              <a:t>3. 用户特征</a:t>
            </a:r>
          </a:p>
          <a:p>
            <a:r>
              <a:t>4. 内容生态</a:t>
            </a:r>
          </a:p>
          <a:p>
            <a:r>
              <a:t>5. 推荐机制</a:t>
            </a:r>
          </a:p>
          <a:p>
            <a:r>
              <a:t>6. 商业化模式</a:t>
            </a:r>
          </a:p>
          <a:p>
            <a:r>
              <a:t>7. 成功经验总结</a:t>
            </a:r>
          </a:p>
          <a:p>
            <a:r>
              <a:t>8. 未来趋势展望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短视频行业用户规模突破 10 亿，市场进入存量竞争阶段</a:t>
            </a:r>
          </a:p>
          <a:p>
            <a:r>
              <a:t>主要平台：抖音、视频号、快手、B站、小红书</a:t>
            </a:r>
          </a:p>
          <a:p>
            <a:r>
              <a:t>各平台差异化竞争策略成为核心增长驱动力</a:t>
            </a:r>
          </a:p>
          <a:p>
            <a:r>
              <a:t>内容生态、推荐算法、商业化路径各有侧重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用户特征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抖音：30岁以下占比 55%，51岁以上占比 12%，核心用户群为一二线城市年轻群体</a:t>
            </a:r>
          </a:p>
          <a:p>
            <a:r>
              <a:t>视频号：30岁以下占比 40%，51岁以上占比 20%，核心用户群为中老年社交用户</a:t>
            </a:r>
          </a:p>
          <a:p>
            <a:r>
              <a:t>快手：30岁以下占比 50%，51岁以上占比 15%，核心用户群为下沉市场用户</a:t>
            </a:r>
          </a:p>
          <a:p>
            <a:r>
              <a:t>B站：30岁以下占比 75%，51岁以上占比 5%，核心用户群为Z世代文化社区</a:t>
            </a:r>
          </a:p>
          <a:p>
            <a:r>
              <a:t>小红书：30岁以下占比 65%，51岁以上占比 8%，核心用户群为都市女性消费群体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内容生态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抖音：UGC+PGC 双驱动，短视频为主，直播带货增长迅速</a:t>
            </a:r>
          </a:p>
          <a:p>
            <a:r>
              <a:t>视频号：依托微信社交链，社交推荐+算法推荐双引擎</a:t>
            </a:r>
          </a:p>
          <a:p>
            <a:r>
              <a:t>快手：去中心化分发，中腰部创作者友好，私域流量价值高</a:t>
            </a:r>
          </a:p>
          <a:p>
            <a:r>
              <a:t>B站：PUGC 为主，中长视频优势明显，社区文化浓厚</a:t>
            </a:r>
          </a:p>
          <a:p>
            <a:r>
              <a:t>小红书：种草社区，图文+短视频，种草转化率高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推荐机制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抖音：中心化推荐算法，爆款制造机，流量池赛马机制</a:t>
            </a:r>
          </a:p>
          <a:p>
            <a:r>
              <a:t>视频号：社交推荐为主，好友点赞/转发为关键信号</a:t>
            </a:r>
          </a:p>
          <a:p>
            <a:r>
              <a:t>快手：去中心化分发，普惠流量，中腰部创作者友好</a:t>
            </a:r>
          </a:p>
          <a:p>
            <a:r>
              <a:t>B站：兴趣推荐+社区互动，弹幕和投币为核心指标</a:t>
            </a:r>
          </a:p>
          <a:p>
            <a:r>
              <a:t>小红书：内容质量+用户行为，种草转化率高，搜索流量占比高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商业化模式解析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抖音：广告收入 2000亿+，电商GMV 2万亿+</a:t>
            </a:r>
          </a:p>
          <a:p>
            <a:r>
              <a:t>视频号：广告+电商，增速最快，社交电商闭环</a:t>
            </a:r>
          </a:p>
          <a:p>
            <a:r>
              <a:t>快手：广告+直播电商，电商GMV 1.2万亿+</a:t>
            </a:r>
          </a:p>
          <a:p>
            <a:r>
              <a:t>B站：广告+游戏+增值服务，社区商业化探索</a:t>
            </a:r>
          </a:p>
          <a:p>
            <a:r>
              <a:t>小红书：广告+电商，种草营销平台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平台差异化竞争策略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抖音：流量效率优先，算法驱动增长</a:t>
            </a:r>
          </a:p>
          <a:p>
            <a:r>
              <a:t>快手：普惠生态优先，创作者经济驱动</a:t>
            </a:r>
          </a:p>
          <a:p>
            <a:r>
              <a:t>B站：社区文化优先，内容深度驱动</a:t>
            </a:r>
          </a:p>
          <a:p>
            <a:r>
              <a:t>小红书：消费决策优先，种草内容驱动</a:t>
            </a:r>
          </a:p>
          <a:p>
            <a:r>
              <a:t>视频号：社交关系优先，微信生态协同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成功经验总结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用户定位：精准切入目标人群，差异化用户画像</a:t>
            </a:r>
          </a:p>
          <a:p>
            <a:r>
              <a:t>内容生态：构建UGC+PGC内容飞轮，创作者激励机制</a:t>
            </a:r>
          </a:p>
          <a:p>
            <a:r>
              <a:t>推荐机制：数据驱动的个性化分发，持续优化用户体验</a:t>
            </a:r>
          </a:p>
          <a:p>
            <a:r>
              <a:t>商业化路径：广告+电商+增值服务多元化变现</a:t>
            </a:r>
          </a:p>
          <a:p>
            <a:r>
              <a:t>未来趋势：AI赋能内容创作，短视频+直播深度融合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未来趋势展望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AI生成内容(AIGC)将成为短视频行业新增长点</a:t>
            </a:r>
          </a:p>
          <a:p>
            <a:r>
              <a:t>短视频+电商深度融合，直播电商持续增长</a:t>
            </a:r>
          </a:p>
          <a:p>
            <a:r>
              <a:t>内容垂直化、精细化运营成为竞争焦点</a:t>
            </a:r>
          </a:p>
          <a:p>
            <a:r>
              <a:t>跨平台内容分发和创作者多平台运营成为常态</a:t>
            </a:r>
          </a:p>
          <a:p>
            <a:r>
              <a:t>海外市场拓展成为增长新引擎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管理启示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差异化定位是平台生存和发展的根基</a:t>
            </a:r>
          </a:p>
          <a:p>
            <a:r>
              <a:t>内容生态健康度决定平台长期价值</a:t>
            </a:r>
          </a:p>
          <a:p>
            <a:r>
              <a:t>商业化节奏需匹配用户增长阶段</a:t>
            </a:r>
          </a:p>
          <a:p>
            <a:r>
              <a:t>技术创新(推荐算法/AIGC)是核心竞争壁垒</a:t>
            </a:r>
          </a:p>
          <a:p>
            <a:r>
              <a:t>关注用户留存和社区氛围，避免过度商业化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